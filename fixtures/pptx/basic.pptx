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 문장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 슬라이드 &amp; &lt;시험&gt;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첫째 줄</a:t>
            </a:r>
          </a:p>
          <a:p>
            <a:r>
              <a:rPr b="1"/>
              <a:t>굵게</a:t>
            </a:r>
            <a:r>
              <a:t> 보통 글자</a:t>
            </a:r>
          </a:p>
          <a:p>
            <a:r>
              <a:t>  앞뒤 공백이 있는 줄  </a:t>
            </a:r>
          </a:p>
          <a:p>
            <a:r>
              <a:rPr lang="ko-KR"/>
              <a:t>번호: </a:t>
            </a:r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슬라이드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셀 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셀 1-2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셀 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셀 2-2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텍스트 상자 😀 漢字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